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AE09334-FD6C-43F2-82A2-1F30B41859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6685754-4582-43F9-B9F0-C81C581E28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84490F3-4068-451E-8BD2-53B780434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ADF66-ED2C-4A93-A82C-4DFC0E657E66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DB0F514-D56D-484C-A25C-0286630C8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2408A44-A117-48E2-9EC9-A3B14B1F9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AECA2-2267-4966-8975-73225D6A78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9474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FF505D-11DF-43EF-BA2D-572A6555F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0ED32C5-13E6-49B5-9EB6-73F19BC5D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E773E08-BCDD-48BB-BE35-8E0F263DB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ADF66-ED2C-4A93-A82C-4DFC0E657E66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CBD9702-E70B-4EF8-A10A-D38AE773F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2E0D850-CE0D-4D65-B471-41AA93779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AECA2-2267-4966-8975-73225D6A78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82643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34F5CB2-3C10-41CD-8729-1F2226245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2000E2D-4780-45B0-9CDC-AF8459614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A0D54AD-8B66-450A-A285-45EC869B7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ADF66-ED2C-4A93-A82C-4DFC0E657E66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B52C1B2-10C7-4D9D-9A59-FDC4463C7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1DF00AA-B506-4C46-A1E0-E68EE3024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AECA2-2267-4966-8975-73225D6A78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3490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1E62A65-8664-4555-9091-A5C703CEC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D430EB9-2031-486C-8611-C72FDA95BF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F094E40-EC15-4983-B90D-D1A784C2EB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FD682CF-E217-4AF3-9F82-AD6FF187F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ADF66-ED2C-4A93-A82C-4DFC0E657E66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B4903E0-F0C8-4CEE-BDA3-12BBC9823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7152550-2655-4A96-9CF9-F6A23A1A0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AECA2-2267-4966-8975-73225D6A78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148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5826A12-748C-4F94-B594-5F887ADB5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2B117A0-238F-48F8-96F9-C01AA614E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FC7B510-1A22-46BC-A2BA-6A1B6568EF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19837E97-EDFE-4766-9C5C-0E31870D59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5BFD45D4-C332-4C01-9B15-4A4735F57C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EB920A0D-D98B-4248-85DF-24D768E0D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ADF66-ED2C-4A93-A82C-4DFC0E657E66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C62943D6-5E08-4BC2-95C3-8F281EA21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D0108DE0-C91C-47F2-96B6-5706D1BAC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AECA2-2267-4966-8975-73225D6A78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66918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6051B73-CBE8-4943-8450-5E51A6D78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DD731540-9C65-4979-B1C7-19F8E454B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ADF66-ED2C-4A93-A82C-4DFC0E657E66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17EAB0BB-21AA-4523-9629-525A7806A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FE2E33ED-4780-4DBA-AD88-6FA648E01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AECA2-2267-4966-8975-73225D6A78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4448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95E24FC8-B02C-412F-BCB8-0E11190AE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ADF66-ED2C-4A93-A82C-4DFC0E657E66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5121EE00-30E0-4FA8-8C46-954B7EDE6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29672E4-37BF-46ED-ABB7-AF168AB2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AECA2-2267-4966-8975-73225D6A78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15621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7107EE1-73C5-4F82-BCAE-A6C178FDB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CF4ABB9-F0AD-414F-BC88-7FBC5D904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0C5CF990-DE60-46BB-BE5E-8947E0303C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2B3B290-15E0-4788-9682-25A6F3AF0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ADF66-ED2C-4A93-A82C-4DFC0E657E66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92F7A19-635D-45C3-8305-3360D9376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5AE130A-D376-4991-9251-CA28A7620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AECA2-2267-4966-8975-73225D6A78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12568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665626B-A366-4710-8569-DA9D4BBFD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CE73ECDC-EE4C-483A-8B25-B2EE65C882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D03578F-5F06-482A-A276-CBF5F5699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656C3D4-8EB6-4DEA-B14E-26F03E40D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ADF66-ED2C-4A93-A82C-4DFC0E657E66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8C8ED51-46E3-4F07-A1B2-54B0DFEA3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6A08672-75E2-4B2C-94F0-CDA837F3D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AECA2-2267-4966-8975-73225D6A78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45785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4DF5472-B9AF-4A98-A9AF-CFF85FE06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7139D55C-9053-4272-80ED-8BC4C08FB0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4E51F70-CC4C-4483-B306-9743E0936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ADF66-ED2C-4A93-A82C-4DFC0E657E66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2E3794B-7542-4C38-AFAB-75719F2E3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87F5256-071F-4F2E-BDE3-BE7C99823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AECA2-2267-4966-8975-73225D6A78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82008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A48D5F6C-2F32-4373-85CB-465535118D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09F5B5AF-93DA-489A-B71F-CBAA697F37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D3678A3-7D8B-41A8-B50B-7E14B8C02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ADF66-ED2C-4A93-A82C-4DFC0E657E66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187477D-8B1F-4CE4-B778-AFE16780C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4819D00-811A-4383-BF38-F766B2E2E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AECA2-2267-4966-8975-73225D6A78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19133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892B391B-B206-4F58-9BE4-C954B84B9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43E53AA-F495-4AC8-9F0E-814E978C4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4C84CAB-D91F-4E52-91CE-FF5D518EAB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ADF66-ED2C-4A93-A82C-4DFC0E657E66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F87AB99-867B-4EAF-8C37-2DC8A7A75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891C4DF-43C9-4A81-AA39-296645AB7F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AECA2-2267-4966-8975-73225D6A78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42489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Csoportba foglalás 34">
            <a:extLst>
              <a:ext uri="{FF2B5EF4-FFF2-40B4-BE49-F238E27FC236}">
                <a16:creationId xmlns:a16="http://schemas.microsoft.com/office/drawing/2014/main" id="{E3A08886-FD1B-448C-9FF9-21C8A569FBFD}"/>
              </a:ext>
            </a:extLst>
          </p:cNvPr>
          <p:cNvGrpSpPr/>
          <p:nvPr/>
        </p:nvGrpSpPr>
        <p:grpSpPr>
          <a:xfrm>
            <a:off x="-164746" y="-909238"/>
            <a:ext cx="6254942" cy="9325542"/>
            <a:chOff x="-164746" y="-909238"/>
            <a:chExt cx="6254942" cy="9325542"/>
          </a:xfrm>
        </p:grpSpPr>
        <p:sp>
          <p:nvSpPr>
            <p:cNvPr id="29" name="Téglalap 28">
              <a:extLst>
                <a:ext uri="{FF2B5EF4-FFF2-40B4-BE49-F238E27FC236}">
                  <a16:creationId xmlns:a16="http://schemas.microsoft.com/office/drawing/2014/main" id="{A5C02D80-FFB4-4BDD-83D6-FA91CE466FF1}"/>
                </a:ext>
              </a:extLst>
            </p:cNvPr>
            <p:cNvSpPr/>
            <p:nvPr/>
          </p:nvSpPr>
          <p:spPr>
            <a:xfrm rot="18866791">
              <a:off x="-1700046" y="626062"/>
              <a:ext cx="9325542" cy="625494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pic>
          <p:nvPicPr>
            <p:cNvPr id="33" name="Kép 32">
              <a:extLst>
                <a:ext uri="{FF2B5EF4-FFF2-40B4-BE49-F238E27FC236}">
                  <a16:creationId xmlns:a16="http://schemas.microsoft.com/office/drawing/2014/main" id="{F681F67E-1E45-4406-A81A-07E9DD6C4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1004" y="864569"/>
              <a:ext cx="3846647" cy="2564431"/>
            </a:xfrm>
            <a:prstGeom prst="rect">
              <a:avLst/>
            </a:prstGeom>
          </p:spPr>
        </p:pic>
        <p:sp>
          <p:nvSpPr>
            <p:cNvPr id="34" name="Szövegdoboz 33">
              <a:extLst>
                <a:ext uri="{FF2B5EF4-FFF2-40B4-BE49-F238E27FC236}">
                  <a16:creationId xmlns:a16="http://schemas.microsoft.com/office/drawing/2014/main" id="{235B36B4-3746-4E1D-AB54-E6B4025D4504}"/>
                </a:ext>
              </a:extLst>
            </p:cNvPr>
            <p:cNvSpPr txBox="1"/>
            <p:nvPr/>
          </p:nvSpPr>
          <p:spPr>
            <a:xfrm>
              <a:off x="1302837" y="2995027"/>
              <a:ext cx="39412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/>
                <a:t>Készítette: </a:t>
              </a:r>
              <a:r>
                <a:rPr lang="hu-HU" dirty="0" err="1"/>
                <a:t>Butty</a:t>
              </a:r>
              <a:r>
                <a:rPr lang="hu-HU" dirty="0"/>
                <a:t> Máté, Csenki Gergely, Dicső András</a:t>
              </a:r>
            </a:p>
          </p:txBody>
        </p:sp>
      </p:grpSp>
      <p:grpSp>
        <p:nvGrpSpPr>
          <p:cNvPr id="28" name="Csoportba foglalás 27">
            <a:extLst>
              <a:ext uri="{FF2B5EF4-FFF2-40B4-BE49-F238E27FC236}">
                <a16:creationId xmlns:a16="http://schemas.microsoft.com/office/drawing/2014/main" id="{F2BD2C70-8BB1-4A57-9D97-57F57048925D}"/>
              </a:ext>
            </a:extLst>
          </p:cNvPr>
          <p:cNvGrpSpPr/>
          <p:nvPr/>
        </p:nvGrpSpPr>
        <p:grpSpPr>
          <a:xfrm>
            <a:off x="6817946" y="-2888419"/>
            <a:ext cx="6506547" cy="9746419"/>
            <a:chOff x="6566180" y="-2911685"/>
            <a:chExt cx="6506547" cy="9746419"/>
          </a:xfrm>
          <a:blipFill>
            <a:blip r:embed="rId3"/>
            <a:tile tx="0" ty="0" sx="100000" sy="100000" flip="none" algn="l"/>
          </a:blipFill>
        </p:grpSpPr>
        <p:sp>
          <p:nvSpPr>
            <p:cNvPr id="24" name="Téglalap 23">
              <a:extLst>
                <a:ext uri="{FF2B5EF4-FFF2-40B4-BE49-F238E27FC236}">
                  <a16:creationId xmlns:a16="http://schemas.microsoft.com/office/drawing/2014/main" id="{474D54F4-3616-4C38-8082-77222B2BCE6C}"/>
                </a:ext>
              </a:extLst>
            </p:cNvPr>
            <p:cNvSpPr/>
            <p:nvPr/>
          </p:nvSpPr>
          <p:spPr>
            <a:xfrm rot="18866791">
              <a:off x="4942936" y="1326768"/>
              <a:ext cx="8108830" cy="290710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25" name="Téglalap 24">
              <a:extLst>
                <a:ext uri="{FF2B5EF4-FFF2-40B4-BE49-F238E27FC236}">
                  <a16:creationId xmlns:a16="http://schemas.microsoft.com/office/drawing/2014/main" id="{8481FBCE-A525-4DB8-9463-1AB44F7A345C}"/>
                </a:ext>
              </a:extLst>
            </p:cNvPr>
            <p:cNvSpPr/>
            <p:nvPr/>
          </p:nvSpPr>
          <p:spPr>
            <a:xfrm rot="18866791">
              <a:off x="4860818" y="-1206323"/>
              <a:ext cx="5863447" cy="245272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7" name="Téglalap 26">
              <a:extLst>
                <a:ext uri="{FF2B5EF4-FFF2-40B4-BE49-F238E27FC236}">
                  <a16:creationId xmlns:a16="http://schemas.microsoft.com/office/drawing/2014/main" id="{D05BA24F-738E-4D1E-89E5-3CE3B9D30CA3}"/>
                </a:ext>
              </a:extLst>
            </p:cNvPr>
            <p:cNvSpPr/>
            <p:nvPr/>
          </p:nvSpPr>
          <p:spPr>
            <a:xfrm rot="18866791">
              <a:off x="9028048" y="2595499"/>
              <a:ext cx="5636634" cy="245272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643183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170292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Szélesvásznú</PresentationFormat>
  <Paragraphs>1</Paragraphs>
  <Slides>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Office-téma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Csenki Gergely</dc:creator>
  <cp:lastModifiedBy>Csenki Gergely</cp:lastModifiedBy>
  <cp:revision>6</cp:revision>
  <dcterms:created xsi:type="dcterms:W3CDTF">2026-03-04T10:30:00Z</dcterms:created>
  <dcterms:modified xsi:type="dcterms:W3CDTF">2026-03-04T11:33:54Z</dcterms:modified>
</cp:coreProperties>
</file>